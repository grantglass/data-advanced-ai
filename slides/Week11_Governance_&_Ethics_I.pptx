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11: Governance &amp; Ethics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Frameworks &amp; Principles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