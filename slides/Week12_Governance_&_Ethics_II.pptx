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Week 12: Governance &amp; Ethics II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4444"/>
                </a:solidFill>
              </a:defRPr>
            </a:pPr>
            <a:r>
              <a:t>MBA 590 - Regulation &amp;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