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8: Agentic Business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Case Studies &amp;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Real-world agentic applications</a:t>
            </a:r>
          </a:p>
          <a:p>
            <a:pPr>
              <a:spcAft>
                <a:spcPts val="1000"/>
              </a:spcAft>
              <a:defRPr sz="1800"/>
            </a:pPr>
            <a:r>
              <a:t>• Implementation case studies</a:t>
            </a:r>
          </a:p>
          <a:p>
            <a:pPr>
              <a:spcAft>
                <a:spcPts val="1000"/>
              </a:spcAft>
              <a:defRPr sz="1800"/>
            </a:pPr>
            <a:r>
              <a:t>• Success factors and challenges</a:t>
            </a:r>
          </a:p>
          <a:p>
            <a:pPr>
              <a:spcAft>
                <a:spcPts val="1000"/>
              </a:spcAft>
              <a:defRPr sz="1800"/>
            </a:pPr>
            <a:r>
              <a:t>• ROI analysis for agentic systems</a:t>
            </a:r>
          </a:p>
          <a:p>
            <a:pPr>
              <a:spcAft>
                <a:spcPts val="1000"/>
              </a:spcAft>
              <a:defRPr sz="1800"/>
            </a:pPr>
            <a:r>
              <a:t>• Strategic opportunities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