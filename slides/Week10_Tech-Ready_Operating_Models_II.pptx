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10: Tech-Ready Operating Models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Talent &amp; Culture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