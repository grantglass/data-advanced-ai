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9: Tech-Ready Operating Models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Structure &amp;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